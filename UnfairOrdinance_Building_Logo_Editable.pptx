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98b28a983f46ca" /><Relationship Type="http://schemas.openxmlformats.org/officeDocument/2006/relationships/extended-properties" Target="/docProps/app.xml" Id="R9a86a60160ec40f2" /><Relationship Type="http://schemas.openxmlformats.org/officeDocument/2006/relationships/officeDocument" Target="/ppt/presentation.xml" Id="R9aa5ba6878254a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f22be663474b7b"/>
  </p:sldMasterIdLst>
  <p:notesMasterIdLst>
    <p:notesMasterId xmlns:r="http://schemas.openxmlformats.org/officeDocument/2006/relationships" r:id="Rd15542533b874ff3"/>
  </p:notesMasterIdLst>
  <p:sldIdLst>
    <p:sldId xmlns:r="http://schemas.openxmlformats.org/officeDocument/2006/relationships" id="256" r:id="R8a468f15f28f4b9d"/>
  </p:sldIdLst>
  <p:sldSz cx="6096000" cy="6096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30fe5c133e430d" /><Relationship Type="http://schemas.openxmlformats.org/officeDocument/2006/relationships/slideMaster" Target="/ppt/slideMasters/slideMaster1.xml" Id="R77f22be663474b7b" /><Relationship Type="http://schemas.openxmlformats.org/officeDocument/2006/relationships/notesMaster" Target="/ppt/notesMasters/notesMaster1.xml" Id="Rd15542533b874ff3" /><Relationship Type="http://schemas.openxmlformats.org/officeDocument/2006/relationships/presProps" Target="/ppt/presProps.xml" Id="Re6054d017f8643e0" /><Relationship Type="http://schemas.openxmlformats.org/officeDocument/2006/relationships/tableStyles" Target="/ppt/tableStyles.xml" Id="Ra07a31cd52b1428d" /><Relationship Type="http://schemas.openxmlformats.org/officeDocument/2006/relationships/slide" Target="/ppt/slides/slide1.xml" Id="R8a468f15f28f4b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785e792e8544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ffd76666cf477e" /><Relationship Type="http://schemas.openxmlformats.org/officeDocument/2006/relationships/notesMaster" Target="/ppt/notesMasters/notesMaster1.xml" Id="R47416425a12644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53b4952d9b41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e1a2ae87184b9b" /><Relationship Type="http://schemas.openxmlformats.org/officeDocument/2006/relationships/slideLayout" Target="/ppt/slideLayouts/slideLayout1.xml" Id="R726289ea926944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6289ea926944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e5b1a6e9340b0" /><Relationship Type="http://schemas.openxmlformats.org/officeDocument/2006/relationships/notesSlide" Target="/ppt/notesSlides/notesSlide1.xml" Id="Rd04bc60e1e8246d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background">
            <a:extLst xmlns:a="http://schemas.openxmlformats.org/drawingml/2006/main">
              <a:ext uri="{FF2B5EF4-FFF2-40B4-BE49-F238E27FC236}">
                <a16:creationId xmlns:a16="http://schemas.microsoft.com/office/drawing/2014/main" id="{BEA8CBC9-10AE-463A-813E-13DF18A3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oof">
            <a:extLst xmlns:a="http://schemas.openxmlformats.org/drawingml/2006/main">
              <a:ext uri="{FF2B5EF4-FFF2-40B4-BE49-F238E27FC236}">
                <a16:creationId xmlns:a16="http://schemas.microsoft.com/office/drawing/2014/main" id="{2B904B1B-B635-4B83-8BFC-4EF0BE2B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"/>
            <a:ext cx="4191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B28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uilding-body">
            <a:extLst xmlns:a="http://schemas.openxmlformats.org/drawingml/2006/main">
              <a:ext uri="{FF2B5EF4-FFF2-40B4-BE49-F238E27FC236}">
                <a16:creationId xmlns:a16="http://schemas.microsoft.com/office/drawing/2014/main" id="{CA1CE8BE-6F03-4623-9E94-346376CD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47750"/>
            <a:ext cx="38100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4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indow-frame-top-left">
            <a:extLst xmlns:a="http://schemas.openxmlformats.org/drawingml/2006/main">
              <a:ext uri="{FF2B5EF4-FFF2-40B4-BE49-F238E27FC236}">
                <a16:creationId xmlns:a16="http://schemas.microsoft.com/office/drawing/2014/main" id="{771A744A-D2FD-42A3-8B07-A1B97B4F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window-frame-top-center">
            <a:extLst xmlns:a="http://schemas.openxmlformats.org/drawingml/2006/main">
              <a:ext uri="{FF2B5EF4-FFF2-40B4-BE49-F238E27FC236}">
                <a16:creationId xmlns:a16="http://schemas.microsoft.com/office/drawing/2014/main" id="{D6A55BE7-B10D-4F89-9D8D-B179DF42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524000"/>
            <a:ext cx="1047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indow-frame-top-right">
            <a:extLst xmlns:a="http://schemas.openxmlformats.org/drawingml/2006/main">
              <a:ext uri="{FF2B5EF4-FFF2-40B4-BE49-F238E27FC236}">
                <a16:creationId xmlns:a16="http://schemas.microsoft.com/office/drawing/2014/main" id="{4F84B7CB-3DE7-4F65-AD36-FE161DA9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24000"/>
            <a:ext cx="857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window-frame-middle-left">
            <a:extLst xmlns:a="http://schemas.openxmlformats.org/drawingml/2006/main">
              <a:ext uri="{FF2B5EF4-FFF2-40B4-BE49-F238E27FC236}">
                <a16:creationId xmlns:a16="http://schemas.microsoft.com/office/drawing/2014/main" id="{9C9ACE08-8796-4048-B211-45BD1800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52750"/>
            <a:ext cx="857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indow-frame-middle-center">
            <a:extLst xmlns:a="http://schemas.openxmlformats.org/drawingml/2006/main">
              <a:ext uri="{FF2B5EF4-FFF2-40B4-BE49-F238E27FC236}">
                <a16:creationId xmlns:a16="http://schemas.microsoft.com/office/drawing/2014/main" id="{05EF39CA-0313-49E5-9589-15606D1C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52750"/>
            <a:ext cx="1047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indow-frame-middle-right">
            <a:extLst xmlns:a="http://schemas.openxmlformats.org/drawingml/2006/main">
              <a:ext uri="{FF2B5EF4-FFF2-40B4-BE49-F238E27FC236}">
                <a16:creationId xmlns:a16="http://schemas.microsoft.com/office/drawing/2014/main" id="{2DC71EF3-4F0B-452C-9B5A-B58CA05F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52750"/>
            <a:ext cx="857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indow-frame-bottom-left">
            <a:extLst xmlns:a="http://schemas.openxmlformats.org/drawingml/2006/main">
              <a:ext uri="{FF2B5EF4-FFF2-40B4-BE49-F238E27FC236}">
                <a16:creationId xmlns:a16="http://schemas.microsoft.com/office/drawing/2014/main" id="{39385B39-C82B-4D45-832E-B515F4DA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0"/>
            <a:ext cx="857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indow-frame-bottom-right">
            <a:extLst xmlns:a="http://schemas.openxmlformats.org/drawingml/2006/main">
              <a:ext uri="{FF2B5EF4-FFF2-40B4-BE49-F238E27FC236}">
                <a16:creationId xmlns:a16="http://schemas.microsoft.com/office/drawing/2014/main" id="{D6AEC238-4B10-4940-935E-56C8838B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81500"/>
            <a:ext cx="857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ne-top-left-upper">
            <a:extLst xmlns:a="http://schemas.openxmlformats.org/drawingml/2006/main">
              <a:ext uri="{FF2B5EF4-FFF2-40B4-BE49-F238E27FC236}">
                <a16:creationId xmlns:a16="http://schemas.microsoft.com/office/drawing/2014/main" id="{FAE2F562-D465-469E-A872-11C79FC2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714500"/>
            <a:ext cx="47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ne-top-left-lower">
            <a:extLst xmlns:a="http://schemas.openxmlformats.org/drawingml/2006/main">
              <a:ext uri="{FF2B5EF4-FFF2-40B4-BE49-F238E27FC236}">
                <a16:creationId xmlns:a16="http://schemas.microsoft.com/office/drawing/2014/main" id="{4E1C132F-F110-4023-BF65-2D1F1E18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90750"/>
            <a:ext cx="47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ne-top-center-upper-left">
            <a:extLst xmlns:a="http://schemas.openxmlformats.org/drawingml/2006/main">
              <a:ext uri="{FF2B5EF4-FFF2-40B4-BE49-F238E27FC236}">
                <a16:creationId xmlns:a16="http://schemas.microsoft.com/office/drawing/2014/main" id="{CB2BAA70-F6CF-4C1A-9624-3EC523BE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14500"/>
            <a:ext cx="28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ne-top-center-upper-right">
            <a:extLst xmlns:a="http://schemas.openxmlformats.org/drawingml/2006/main">
              <a:ext uri="{FF2B5EF4-FFF2-40B4-BE49-F238E27FC236}">
                <a16:creationId xmlns:a16="http://schemas.microsoft.com/office/drawing/2014/main" id="{82DFC003-3BFB-4239-84E6-03FF2313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ne-top-center-lower-left">
            <a:extLst xmlns:a="http://schemas.openxmlformats.org/drawingml/2006/main">
              <a:ext uri="{FF2B5EF4-FFF2-40B4-BE49-F238E27FC236}">
                <a16:creationId xmlns:a16="http://schemas.microsoft.com/office/drawing/2014/main" id="{872CD196-368F-4386-BBD9-968F4194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90750"/>
            <a:ext cx="28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ne-top-center-lower-right">
            <a:extLst xmlns:a="http://schemas.openxmlformats.org/drawingml/2006/main">
              <a:ext uri="{FF2B5EF4-FFF2-40B4-BE49-F238E27FC236}">
                <a16:creationId xmlns:a16="http://schemas.microsoft.com/office/drawing/2014/main" id="{9AC5939C-45F2-4AF5-B749-D68D5264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ne-top-right-upper">
            <a:extLst xmlns:a="http://schemas.openxmlformats.org/drawingml/2006/main">
              <a:ext uri="{FF2B5EF4-FFF2-40B4-BE49-F238E27FC236}">
                <a16:creationId xmlns:a16="http://schemas.microsoft.com/office/drawing/2014/main" id="{98C6BD15-E29F-485D-B113-CD697E30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14500"/>
            <a:ext cx="47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ne-top-right-lower">
            <a:extLst xmlns:a="http://schemas.openxmlformats.org/drawingml/2006/main">
              <a:ext uri="{FF2B5EF4-FFF2-40B4-BE49-F238E27FC236}">
                <a16:creationId xmlns:a16="http://schemas.microsoft.com/office/drawing/2014/main" id="{C89E4922-5486-445E-BFCF-4971B98D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90750"/>
            <a:ext cx="47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ne-middle-left-upper">
            <a:extLst xmlns:a="http://schemas.openxmlformats.org/drawingml/2006/main">
              <a:ext uri="{FF2B5EF4-FFF2-40B4-BE49-F238E27FC236}">
                <a16:creationId xmlns:a16="http://schemas.microsoft.com/office/drawing/2014/main" id="{91342EA9-2F36-4270-8633-CDBE82FE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43250"/>
            <a:ext cx="47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ne-middle-left-lower">
            <a:extLst xmlns:a="http://schemas.openxmlformats.org/drawingml/2006/main">
              <a:ext uri="{FF2B5EF4-FFF2-40B4-BE49-F238E27FC236}">
                <a16:creationId xmlns:a16="http://schemas.microsoft.com/office/drawing/2014/main" id="{91804113-133D-44C8-9FE3-88577F2A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19500"/>
            <a:ext cx="47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ne-middle-center-upper-left">
            <a:extLst xmlns:a="http://schemas.openxmlformats.org/drawingml/2006/main">
              <a:ext uri="{FF2B5EF4-FFF2-40B4-BE49-F238E27FC236}">
                <a16:creationId xmlns:a16="http://schemas.microsoft.com/office/drawing/2014/main" id="{DEAFE56F-1FA4-4024-BD85-98987E29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43250"/>
            <a:ext cx="28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ne-middle-center-upper-right">
            <a:extLst xmlns:a="http://schemas.openxmlformats.org/drawingml/2006/main">
              <a:ext uri="{FF2B5EF4-FFF2-40B4-BE49-F238E27FC236}">
                <a16:creationId xmlns:a16="http://schemas.microsoft.com/office/drawing/2014/main" id="{C0DDAEEE-BE65-449B-9234-A8B8CD96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ne-middle-center-lower-left">
            <a:extLst xmlns:a="http://schemas.openxmlformats.org/drawingml/2006/main">
              <a:ext uri="{FF2B5EF4-FFF2-40B4-BE49-F238E27FC236}">
                <a16:creationId xmlns:a16="http://schemas.microsoft.com/office/drawing/2014/main" id="{27168BA0-7F15-4BDD-B26A-73FCFC5F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19500"/>
            <a:ext cx="28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ne-middle-center-lower-right">
            <a:extLst xmlns:a="http://schemas.openxmlformats.org/drawingml/2006/main">
              <a:ext uri="{FF2B5EF4-FFF2-40B4-BE49-F238E27FC236}">
                <a16:creationId xmlns:a16="http://schemas.microsoft.com/office/drawing/2014/main" id="{DA7F03E4-FB16-48A5-AC84-DEAB4407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19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ne-middle-right-upper">
            <a:extLst xmlns:a="http://schemas.openxmlformats.org/drawingml/2006/main">
              <a:ext uri="{FF2B5EF4-FFF2-40B4-BE49-F238E27FC236}">
                <a16:creationId xmlns:a16="http://schemas.microsoft.com/office/drawing/2014/main" id="{7DC619ED-6B6C-4699-A668-32D7CEB7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43250"/>
            <a:ext cx="47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ne-middle-right-lower">
            <a:extLst xmlns:a="http://schemas.openxmlformats.org/drawingml/2006/main">
              <a:ext uri="{FF2B5EF4-FFF2-40B4-BE49-F238E27FC236}">
                <a16:creationId xmlns:a16="http://schemas.microsoft.com/office/drawing/2014/main" id="{876464D0-1654-455B-86F5-61C48802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19500"/>
            <a:ext cx="47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ne-bottom-left-upper">
            <a:extLst xmlns:a="http://schemas.openxmlformats.org/drawingml/2006/main">
              <a:ext uri="{FF2B5EF4-FFF2-40B4-BE49-F238E27FC236}">
                <a16:creationId xmlns:a16="http://schemas.microsoft.com/office/drawing/2014/main" id="{021A7A5D-CAAF-4D56-9DBA-DD71636B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7200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ne-bottom-left-lower">
            <a:extLst xmlns:a="http://schemas.openxmlformats.org/drawingml/2006/main">
              <a:ext uri="{FF2B5EF4-FFF2-40B4-BE49-F238E27FC236}">
                <a16:creationId xmlns:a16="http://schemas.microsoft.com/office/drawing/2014/main" id="{72CCB980-2817-492D-9B02-9695BE0B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ne-bottom-right-upper">
            <a:extLst xmlns:a="http://schemas.openxmlformats.org/drawingml/2006/main">
              <a:ext uri="{FF2B5EF4-FFF2-40B4-BE49-F238E27FC236}">
                <a16:creationId xmlns:a16="http://schemas.microsoft.com/office/drawing/2014/main" id="{2BAEACD6-7BF1-438E-A052-D05B7A72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7200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ne-bottom-right-lower">
            <a:extLst xmlns:a="http://schemas.openxmlformats.org/drawingml/2006/main">
              <a:ext uri="{FF2B5EF4-FFF2-40B4-BE49-F238E27FC236}">
                <a16:creationId xmlns:a16="http://schemas.microsoft.com/office/drawing/2014/main" id="{10128E35-23A5-4B4B-8661-34769573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5300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door-surround">
            <a:extLst xmlns:a="http://schemas.openxmlformats.org/drawingml/2006/main">
              <a:ext uri="{FF2B5EF4-FFF2-40B4-BE49-F238E27FC236}">
                <a16:creationId xmlns:a16="http://schemas.microsoft.com/office/drawing/2014/main" id="{75A06EEB-AC92-4497-94F7-C1A4AAAC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81500"/>
            <a:ext cx="1047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door">
            <a:extLst xmlns:a="http://schemas.openxmlformats.org/drawingml/2006/main">
              <a:ext uri="{FF2B5EF4-FFF2-40B4-BE49-F238E27FC236}">
                <a16:creationId xmlns:a16="http://schemas.microsoft.com/office/drawing/2014/main" id="{027561A7-9370-4B15-BF2C-99754DB3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76750"/>
            <a:ext cx="857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28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entry-trapezoid">
            <a:extLst xmlns:a="http://schemas.openxmlformats.org/drawingml/2006/main">
              <a:ext uri="{FF2B5EF4-FFF2-40B4-BE49-F238E27FC236}">
                <a16:creationId xmlns:a16="http://schemas.microsoft.com/office/drawing/2014/main" id="{0299BE36-4998-49E1-9308-80D1E0A3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24500"/>
            <a:ext cx="1619250" cy="381000"/>
          </a:xfrm>
          <a:custGeom xmlns:a="http://schemas.openxmlformats.org/drawingml/2006/main">
            <a:pathLst>
              <a:path w="1619250" h="381000">
                <a:moveTo>
                  <a:pt x="0" y="381000"/>
                </a:moveTo>
                <a:lnTo>
                  <a:pt x="1619250" y="381000"/>
                </a:lnTo>
                <a:lnTo>
                  <a:pt x="1333500" y="0"/>
                </a:lnTo>
                <a:lnTo>
                  <a:pt x="285750" y="0"/>
                </a:lnTo>
                <a:close/>
              </a:path>
            </a:pathLst>
          </a:custGeom>
          <a:solidFill xmlns:a="http://schemas.openxmlformats.org/drawingml/2006/main">
            <a:srgbClr val="DED4C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881166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2026-07-18T14:42:48.9400000Z</dcterms:created>
  <dcterms:modified xsi:type="dcterms:W3CDTF">2026-07-18T14:42:48.9400000Z</dcterms:modified>
</coreProperties>
</file>